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a13e55cd214e2a" /><Relationship Type="http://schemas.openxmlformats.org/officeDocument/2006/relationships/extended-properties" Target="/docProps/app.xml" Id="R5b9a217cbbd948da" /><Relationship Type="http://schemas.openxmlformats.org/officeDocument/2006/relationships/officeDocument" Target="/ppt/presentation.xml" Id="R9d2ff6d24b154a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541df20cea4857"/>
  </p:sldMasterIdLst>
  <p:notesMasterIdLst>
    <p:notesMasterId xmlns:r="http://schemas.openxmlformats.org/officeDocument/2006/relationships" r:id="R62d7dba40fff43d8"/>
  </p:notesMasterIdLst>
  <p:sldIdLst>
    <p:sldId xmlns:r="http://schemas.openxmlformats.org/officeDocument/2006/relationships" id="256" r:id="R4a868d299660497c"/>
    <p:sldId xmlns:r="http://schemas.openxmlformats.org/officeDocument/2006/relationships" id="257" r:id="R8aa93af7f875473a"/>
    <p:sldId xmlns:r="http://schemas.openxmlformats.org/officeDocument/2006/relationships" id="258" r:id="R01da2fff2f4941f3"/>
    <p:sldId xmlns:r="http://schemas.openxmlformats.org/officeDocument/2006/relationships" id="259" r:id="R83ab1ace3e2e476d"/>
    <p:sldId xmlns:r="http://schemas.openxmlformats.org/officeDocument/2006/relationships" id="260" r:id="R2358b28ff92d4870"/>
    <p:sldId xmlns:r="http://schemas.openxmlformats.org/officeDocument/2006/relationships" id="261" r:id="R51d356f7f1b04b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7ecda488fa4402" /><Relationship Type="http://schemas.openxmlformats.org/officeDocument/2006/relationships/slideMaster" Target="/ppt/slideMasters/slideMaster1.xml" Id="Re4541df20cea4857" /><Relationship Type="http://schemas.openxmlformats.org/officeDocument/2006/relationships/notesMaster" Target="/ppt/notesMasters/notesMaster1.xml" Id="R62d7dba40fff43d8" /><Relationship Type="http://schemas.openxmlformats.org/officeDocument/2006/relationships/presProps" Target="/ppt/presProps.xml" Id="R0e2fd66fda024d64" /><Relationship Type="http://schemas.openxmlformats.org/officeDocument/2006/relationships/tableStyles" Target="/ppt/tableStyles.xml" Id="R7344da077a5f4966" /><Relationship Type="http://schemas.openxmlformats.org/officeDocument/2006/relationships/slide" Target="/ppt/slides/slide1.xml" Id="R4a868d299660497c" /><Relationship Type="http://schemas.openxmlformats.org/officeDocument/2006/relationships/slide" Target="/ppt/slides/slide2.xml" Id="R8aa93af7f875473a" /><Relationship Type="http://schemas.openxmlformats.org/officeDocument/2006/relationships/slide" Target="/ppt/slides/slide3.xml" Id="R01da2fff2f4941f3" /><Relationship Type="http://schemas.openxmlformats.org/officeDocument/2006/relationships/slide" Target="/ppt/slides/slide4.xml" Id="R83ab1ace3e2e476d" /><Relationship Type="http://schemas.openxmlformats.org/officeDocument/2006/relationships/slide" Target="/ppt/slides/slide5.xml" Id="R2358b28ff92d4870" /><Relationship Type="http://schemas.openxmlformats.org/officeDocument/2006/relationships/slide" Target="/ppt/slides/slide6.xml" Id="R51d356f7f1b04b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dba1eeec3445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2bef64a03941e8" /><Relationship Type="http://schemas.openxmlformats.org/officeDocument/2006/relationships/notesMaster" Target="/ppt/notesMasters/notesMaster1.xml" Id="R747fa3132ef845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d6156d55734fd2" /><Relationship Type="http://schemas.openxmlformats.org/officeDocument/2006/relationships/notesMaster" Target="/ppt/notesMasters/notesMaster1.xml" Id="R715e822d034448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3319cea5df4547" /><Relationship Type="http://schemas.openxmlformats.org/officeDocument/2006/relationships/notesMaster" Target="/ppt/notesMasters/notesMaster1.xml" Id="R85d55c411d4144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471233f7ff4171" /><Relationship Type="http://schemas.openxmlformats.org/officeDocument/2006/relationships/notesMaster" Target="/ppt/notesMasters/notesMaster1.xml" Id="R5e7406ac899844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ca56689ec147f8" /><Relationship Type="http://schemas.openxmlformats.org/officeDocument/2006/relationships/notesMaster" Target="/ppt/notesMasters/notesMaster1.xml" Id="Rbe8e54a298a94d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a13f7688814f7a" /><Relationship Type="http://schemas.openxmlformats.org/officeDocument/2006/relationships/notesMaster" Target="/ppt/notesMasters/notesMaster1.xml" Id="Raab080ffff5b46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synthetic fixture. Public evaluation report classifies the result as interaction_witness after three repetitions per snapshot.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tenant-cache fixture. The combined snapshot observed Beta = 90 where the frozen probe expected 100, three times.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reports/tenant-cache-evaluation.public.json and reports/tenant-cache-repair.public.json. Final audit used independently authored strengthened frozen probe hash cbe0359d761a44e8c9387a67e1581a3c8738abb9d5e49b742a55881c2853854a.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1: fad890dd4396030a3cdd86588dbbf59f, 0.953 Bobcoins. Task 2: d09305949f41fdff62b67e8e966d6c74, 0.637 Bobcoins. Both screenshots are recorded in bob_sessions/.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reports/tenant-cache-repair.public.json. Bob authored the nested-Map repair. Final verification used independently authored strengthened derivative probe and cache checks: ordinary tests exit 0, frozen probe pass, tenant-pricing check pass, cache proxy check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Positioning reflects related work: QuietClash, SAM and test-based semantic conflict research, plus merge queues. Cite final public links in the README and submission after they are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cccaccf6f46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51ebc42dcc4b99" /><Relationship Type="http://schemas.openxmlformats.org/officeDocument/2006/relationships/slideLayout" Target="/ppt/slideLayouts/slideLayout1.xml" Id="R10944143d94744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944143d94744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2d6165191494e" /><Relationship Type="http://schemas.openxmlformats.org/officeDocument/2006/relationships/notesSlide" Target="/ppt/notesSlides/notesSlide1.xml" Id="R64647f5a235e49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2bc66fe5d498e" /><Relationship Type="http://schemas.openxmlformats.org/officeDocument/2006/relationships/notesSlide" Target="/ppt/notesSlides/notesSlide2.xml" Id="Rb26add417950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5f9215b224f0e" /><Relationship Type="http://schemas.openxmlformats.org/officeDocument/2006/relationships/notesSlide" Target="/ppt/notesSlides/notesSlide3.xml" Id="R094ba269f0b74b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89444c7564063" /><Relationship Type="http://schemas.openxmlformats.org/officeDocument/2006/relationships/notesSlide" Target="/ppt/notesSlides/notesSlide4.xml" Id="R75302ef9bb624c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5ff8eff71499f" /><Relationship Type="http://schemas.openxmlformats.org/officeDocument/2006/relationships/notesSlide" Target="/ppt/notesSlides/notesSlide5.xml" Id="R560955e17f8042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8b50d68cf4a68" /><Relationship Type="http://schemas.openxmlformats.org/officeDocument/2006/relationships/notesSlide" Target="/ppt/notesSlides/notesSlide6.xml" Id="R2894b5d74d2d43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59935-EAC7-4FDB-9540-9BE30A84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C4CC2-A3D9-43FD-A6B5-43CC421F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D9DC6-82D0-47E8-B1DA-ABA43DFC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5286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A developer workflow for bugs that appear only when two green changes meet.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39D6B-B35A-4B0E-83A0-17903B9A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IBM BOB 2.0 HACKATHON  |  SIGNAL FOUNDRY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3B8CB-A7F9-4CA2-9CFE-756B3063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00200"/>
            <a:ext cx="104775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E74E8-8AF6-4E08-9B80-3044264B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57250"/>
            <a:ext cx="1619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B8F56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TENANT</a:t>
            </a:r>
          </a:p>
          <a:p xmlns:a="http://schemas.openxmlformats.org/drawingml/2006/main">
            <a:pPr>
              <a:defRPr sz="13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PRICING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6E2DB-7BBF-431D-8677-417A9D6E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619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B8F56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PRODUCT</a:t>
            </a:r>
          </a:p>
          <a:p xmlns:a="http://schemas.openxmlformats.org/drawingml/2006/main">
            <a:pPr>
              <a:defRPr sz="13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CACHE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252F9-A03E-45B0-AAE6-9189F863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20002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28575">
            <a:solidFill>
              <a:srgbClr val="FF6B7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COMBINED</a:t>
            </a:r>
          </a:p>
          <a:p xmlns:a="http://schemas.openxmlformats.org/drawingml/2006/main">
            <a:pPr>
              <a:defRPr sz="142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cxnSp>
        <p:nvCxnSpPr>
          <p:cNvPr id="22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8620125" y="1524000"/>
            <a:ext cx="1428750" cy="2143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476"/>
            </a:solidFill>
            <a:prstDash val="solid"/>
            <a:headEnd type="arrow" w="sm" len="sm"/>
          </a:ln>
        </p:spPr>
      </p:cxn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9620250" y="3048000"/>
            <a:ext cx="428625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476"/>
            </a:solidFill>
            <a:prstDash val="solid"/>
            <a:head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D7D47-59A8-4924-8944-90997783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90625"/>
            <a:ext cx="571500" cy="981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4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756EC-AE5D-4501-B13D-6F02F5F4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57150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47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B66A8-8BC8-4380-AE78-83CA990C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C85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C85A"/>
                </a:solidFill>
                <a:latin typeface="Aptos"/>
                <a:ea typeface="Aptos"/>
                <a:cs typeface="Aptos"/>
              </a:rPr>
              <a:t>SYNTHETIC FIXTURE</a:t>
            </a:r>
          </a:p>
          <a:p xmlns:a="http://schemas.openxmlformats.org/drawingml/2006/main">
            <a:pPr>
              <a:defRPr sz="1125" b="0">
                <a:solidFill>
                  <a:srgbClr val="FFC85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C85A"/>
                </a:solidFill>
                <a:latin typeface="Aptos"/>
                <a:ea typeface="Aptos"/>
                <a:cs typeface="Aptos"/>
              </a:rPr>
              <a:t>Interaction witness verified</a:t>
            </a:r>
          </a:p>
        </p:txBody>
      </p:sp>
    </p:spTree>
    <p:extLst>
      <p:ext uri="{BB962C8B-B14F-4D97-AF65-F5344CB8AC3E}">
        <p14:creationId xmlns:p14="http://schemas.microsoft.com/office/powerpoint/2010/main" val="281884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1C3DB-58C9-4D3B-ACEC-0CF8F937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4AC02-79A4-4A2B-8E82-2331316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9A418-FCFF-48F3-BDB7-B531639B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The failure hides behind green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CA22D-FA74-458D-AD76-46888626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Measured synthetic fixture. Original tests exit with code 0 in all four snapshots.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73813-851E-4A42-A2A9-C50C3BEE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02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1B4AD-7C88-4B9D-9A57-A29016DF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C9DC"/>
                </a:solidFill>
                <a:latin typeface="Aptos"/>
                <a:ea typeface="Aptos"/>
                <a:cs typeface="Aptos"/>
              </a:rPr>
              <a:t>CHANGE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9F835-EB6B-45D3-89C8-BE5840EA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32766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Tenant-specific prices</a:t>
            </a:r>
          </a:p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Alpha: $90   Beta: $100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46490-4E03-405D-A99B-DDAC47AD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24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C9DC"/>
                </a:solidFill>
                <a:latin typeface="Aptos"/>
                <a:ea typeface="Aptos"/>
                <a:cs typeface="Aptos"/>
              </a:rPr>
              <a:t>CHANGE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92B6E-B04C-4738-BB5F-2F65FF2D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32766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92511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Cache by product</a:t>
            </a:r>
          </a:p>
          <a:p xmlns:a="http://schemas.openxmlformats.org/drawingml/2006/main">
            <a:pPr>
              <a:defRPr sz="17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Repeated requests avoid source calls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CC5EF-243D-4874-9882-CD116AA4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63817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C2543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1   Alpha requests SKU-1                         $90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2   Cache stores SKU-1                              $90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3   Beta requests SKU-1                           $90  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Expected for Beta                               $100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BD410-8128-4D8A-8741-7715A10D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0050"/>
            <a:ext cx="190500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32535"/>
          </a:solidFill>
          <a:ln xmlns:a="http://schemas.openxmlformats.org/drawingml/2006/main" w="19050">
            <a:solidFill>
              <a:srgbClr val="FF6B7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price[SKU-1] = 90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7E3C5-B620-46F4-968F-36FC2AF3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The ordinary suite can still pass because it checks each feature alone.</a:t>
            </a:r>
          </a:p>
        </p:txBody>
      </p:sp>
    </p:spTree>
    <p:extLst>
      <p:ext uri="{BB962C8B-B14F-4D97-AF65-F5344CB8AC3E}">
        <p14:creationId xmlns:p14="http://schemas.microsoft.com/office/powerpoint/2010/main" val="1426317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D79DD-B395-40C6-B13A-CE6D54AC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E7B14-EB08-44E0-9DCD-ED620ACC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4F95B-9ABB-489E-AD11-AD0B335F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One invariant across four snapshots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DDF12-9C30-4C4B-98D3-E0683F37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Measured synthetic fixture. Three repetitions per snapshot; original tests exit with code 0 in all four.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7978F-BC5E-4063-8F52-096AECD8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03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BDA1B-4301-49FA-A420-B10552D6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1066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5385E"/>
          </a:solidFill>
          <a:ln xmlns:a="http://schemas.openxmlformats.org/drawingml/2006/main" w="19050">
            <a:solidFill>
              <a:srgbClr val="6CE5F5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Invariant: serving Alpha must not change Beta’s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D63C6-9F3B-43BB-8FE5-365C31D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2266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3CC94-15F3-4AE4-96D5-C3F3592E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D8D16-A447-4D68-88CE-48AA3586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Tests: exit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1B558-AB75-440A-9171-A5D5E80B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5228C-69CC-4CE0-A12A-82F587EC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Probe: 3×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09AD1-EDB1-4DC2-9321-B8C8942C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29000"/>
            <a:ext cx="2266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Change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7ABE8-6475-4469-9814-314174A5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4CA5A-1396-469A-BB1E-1044A93D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Tests: exit 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93ECC-BFBD-433B-BCBB-4FF065F4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DDAEE-14E9-4362-AFB9-F6E8B39B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733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Probe: 3×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E09E6-EEA2-4CE0-ADE7-0FF39BE6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29000"/>
            <a:ext cx="2266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Change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A1535-5289-4CEF-AA7F-A412A141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63A9C-4C10-4BCB-A379-E9982A24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Tests: exit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1F827-71D8-46B9-BC4F-8ABD0165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BFA1C-0349-476E-9A32-148051DE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33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Probe: 3×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D6CE1C-E705-44C1-B927-DF313559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29000"/>
            <a:ext cx="22669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FF6B7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E079D-5C74-40F6-97C0-0E8819CC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65DD1C-DBF2-4C1C-B1DB-EBF874D8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Tests: exit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61123-479D-4946-ACA9-FFC2EFF2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D5563-3573-4034-AD49-002CD804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33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7A"/>
                </a:solidFill>
                <a:latin typeface="Aptos"/>
                <a:ea typeface="Aptos"/>
                <a:cs typeface="Aptos"/>
              </a:rPr>
              <a:t>Probe: 3× FAIL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F55382-3C75-495A-8D87-2DEF9324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Classification: interaction witness  |  Combined result: expected 100, observed 90</a:t>
            </a:r>
          </a:p>
        </p:txBody>
      </p:sp>
    </p:spTree>
    <p:extLst>
      <p:ext uri="{BB962C8B-B14F-4D97-AF65-F5344CB8AC3E}">
        <p14:creationId xmlns:p14="http://schemas.microsoft.com/office/powerpoint/2010/main" val="459208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8225A-9603-44B7-B13E-424F244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8E2AC-EB86-404A-BFAB-23F85E61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DF191-8A3F-4403-966A-2A86BF7B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IBM Bob inside the investigation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F2EB7-8B82-4E32-BF6B-B4A2624A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Both relevant task summaries are recorded in bob_sessions/.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AF640-496B-4307-A7DF-C99C1C89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04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2D96B-7D8F-427D-B7A3-E67FE42E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B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1B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4AABD-7D4A-45BE-A31D-7CF8FB1D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Task 1: original probe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691BD-DED4-4AB0-9B98-BFD0E16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fad890dd…bf59f  |  0.953 Bobcoins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05B90-002D-4A31-A335-4CBB0C29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718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F294D-510D-4BDF-B644-D60E3C36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B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1B3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E7A43-4055-4DDA-8710-C4E84088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338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Audit derivatives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0AFA1-F9BF-451F-B4AB-DCA9191B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910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Independent strengthened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85D70-CC82-4528-8587-76C412D4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718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AD0A8-D367-467A-ACCA-5FC1B5BB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B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1B3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8A661-51AF-497E-8DFE-C783D820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338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Task 2: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1940B-A9C5-4378-8363-9EE249AF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Bob-authored nested-Map repair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FC38C-3EE9-4E17-B76F-1A9BF50E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718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0D0E7-CD40-431B-8427-D9D9F965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B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1B3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7E0DA-3682-49BD-9C87-E25FB31A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338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Task 2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46959-2EA7-404E-843E-99A8C3CD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d093059…6c74  |  0.637 Bobcoins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428DC6-F88E-4233-B46C-4251EE4E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0668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538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Recorded: 01-tenant-cache-probe-summary.png and 02-tenant-cache-repair-summary.png in bob_sessions/.</a:t>
            </a:r>
          </a:p>
        </p:txBody>
      </p:sp>
    </p:spTree>
    <p:extLst>
      <p:ext uri="{BB962C8B-B14F-4D97-AF65-F5344CB8AC3E}">
        <p14:creationId xmlns:p14="http://schemas.microsoft.com/office/powerpoint/2010/main" val="961796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E4152-DBAC-48C7-8714-CB45FF4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B2301-0BF7-48A6-AEE4-963DA699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56840-6408-49D4-82D9-C81B9FEF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A repair must keep both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C8B9E-ACB2-49D7-B7B6-1C979188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Measured synthetic fixture. Final audit passed at 17ed2d8c…d94e.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D09C8-E3EA-4B80-871F-50E08F8B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05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452D1-1DC0-4AEA-97F1-9C956AA7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42291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432535"/>
          </a:solidFill>
          <a:ln xmlns:a="http://schemas.openxmlformats.org/drawingml/2006/main" w="19050">
            <a:solidFill>
              <a:srgbClr val="FF6B7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cache[sku] = price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Beta receives Alpha’s cached price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93BE7-5956-4863-A92C-4C9A64AE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57450"/>
            <a:ext cx="42291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73C42"/>
          </a:solidFill>
          <a:ln xmlns:a="http://schemas.openxmlformats.org/drawingml/2006/main" w="19050">
            <a:solidFill>
              <a:srgbClr val="B8F56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Bob-authored repair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Nested Map cache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Tenant and SKU remain distinct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1428D-9DE0-4130-AC6A-2253BAF2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CE5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F8ED2-9D95-448C-A196-8AB2ADE2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E5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01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1B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1B33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B1206-1AC2-4B04-AEBD-070CB5C9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4AA47-EC2A-412A-9EAE-36E77A2F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Frozen interaction probe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E7D78-C2CD-4463-8360-D41F32C2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D940A-6585-4BB2-8164-6C0433F1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14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VERIFIED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C9C37-EF5D-4536-A555-19AA2BE1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339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B161F-A562-48BC-BA87-FDD2FD8D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43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Tenant prices remain distinct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2F1DA-D5CF-469F-8711-58C383B7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62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F502A-AEA8-4CE1-B1ED-459786C7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514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VERIFIED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7717C-5D11-491F-9590-0601D798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339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41240E-6DEA-4DD7-A280-F5BA4C47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435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Cache remains effective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7327C8-E054-46B3-9FA0-30926F3B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62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56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41104-3FFA-4F05-82C6-68D3505E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514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VERIFIED PASS</a:t>
            </a:r>
          </a:p>
        </p:txBody>
      </p:sp>
    </p:spTree>
    <p:extLst>
      <p:ext uri="{BB962C8B-B14F-4D97-AF65-F5344CB8AC3E}">
        <p14:creationId xmlns:p14="http://schemas.microsoft.com/office/powerpoint/2010/main" val="1990342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B6E5D-75B0-42B1-9BED-0D8F5F98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47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30617-2F73-4205-AF48-82EF199A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56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F56A"/>
                </a:solidFill>
                <a:latin typeface="Aptos"/>
                <a:ea typeface="Aptos"/>
                <a:cs typeface="Aptos"/>
              </a:rPr>
              <a:t>MERGEWITNESS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56D27-E5B4-4CE9-A8B1-5CAF3D61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A reproducible release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205B9-6216-40DD-98F1-4C8BAA9E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MergeWitness reports what the executed interaction probe found.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D3342-D955-4DE4-B92E-C700CDD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3627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06 /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77F11-DBD1-4967-8B58-BAD53092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9527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Run the laboratory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Inspect the input sequence</a:t>
            </a:r>
          </a:p>
          <a:p xmlns:a="http://schemas.openxmlformats.org/drawingml/2006/main">
            <a:pPr>
              <a:defRPr sz="187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and the observed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99759-B28F-4649-AF16-F59D2566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9527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Read the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See commits, probe hash,</a:t>
            </a:r>
          </a:p>
          <a:p xmlns:a="http://schemas.openxmlformats.org/drawingml/2006/main">
            <a:pPr>
              <a:defRPr sz="187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and reproduction 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633CD-3413-45B7-A09E-44018D99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71750"/>
            <a:ext cx="24765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A4B"/>
          </a:solidFill>
          <a:ln xmlns:a="http://schemas.openxmlformats.org/drawingml/2006/main" w="19050">
            <a:solidFill>
              <a:srgbClr val="315476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Review the repair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Check the frozen probe</a:t>
            </a:r>
          </a:p>
          <a:p xmlns:a="http://schemas.openxmlformats.org/drawingml/2006/main">
            <a:pPr>
              <a:defRPr sz="187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and feature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5C1D5-1071-4712-8045-B32B5EE0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8615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F34FB-20DC-4E4A-873C-56C1AD75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8615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4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E8045-33AD-4CFF-854C-7226D84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668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5385E"/>
          </a:solidFill>
          <a:ln xmlns:a="http://schemas.openxmlformats.org/drawingml/2006/main" w="19050">
            <a:solidFill>
              <a:srgbClr val="6CE5F5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A passing probe means this probe found no witness. It does not certify every merge as safe.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811B4-2E26-42E2-A2B5-C23E1741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9C9D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9C9DC"/>
                </a:solidFill>
                <a:latin typeface="Aptos"/>
                <a:ea typeface="Aptos"/>
                <a:cs typeface="Aptos"/>
              </a:rPr>
              <a:t>Signal Foundry  |  IBM Bob 2.0 Hackathon  |  Public links pending verification</a:t>
            </a:r>
          </a:p>
        </p:txBody>
      </p:sp>
    </p:spTree>
    <p:extLst>
      <p:ext uri="{BB962C8B-B14F-4D97-AF65-F5344CB8AC3E}">
        <p14:creationId xmlns:p14="http://schemas.microsoft.com/office/powerpoint/2010/main" val="2011908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2026-09-25T20:00:01.1660000Z</dcterms:created>
  <dcterms:modified xsi:type="dcterms:W3CDTF">2026-09-25T20:00:01.1660000Z</dcterms:modified>
</coreProperties>
</file>