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34182addf8445f" /><Relationship Type="http://schemas.openxmlformats.org/officeDocument/2006/relationships/extended-properties" Target="/docProps/app.xml" Id="R69ac68f24de74f32" /><Relationship Type="http://schemas.openxmlformats.org/officeDocument/2006/relationships/officeDocument" Target="/ppt/presentation.xml" Id="Rdf862a2b952d4b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202581058e48ab"/>
  </p:sldMasterIdLst>
  <p:notesMasterIdLst>
    <p:notesMasterId xmlns:r="http://schemas.openxmlformats.org/officeDocument/2006/relationships" r:id="R019d941ed0424cef"/>
  </p:notesMasterIdLst>
  <p:sldIdLst>
    <p:sldId xmlns:r="http://schemas.openxmlformats.org/officeDocument/2006/relationships" id="256" r:id="R9e27569321984a64"/>
    <p:sldId xmlns:r="http://schemas.openxmlformats.org/officeDocument/2006/relationships" id="257" r:id="Ra9fd953f355d498b"/>
    <p:sldId xmlns:r="http://schemas.openxmlformats.org/officeDocument/2006/relationships" id="258" r:id="R276d53aeafe6425e"/>
    <p:sldId xmlns:r="http://schemas.openxmlformats.org/officeDocument/2006/relationships" id="259" r:id="R2f1b71832ff94905"/>
    <p:sldId xmlns:r="http://schemas.openxmlformats.org/officeDocument/2006/relationships" id="260" r:id="R60fbecaee4d14afc"/>
    <p:sldId xmlns:r="http://schemas.openxmlformats.org/officeDocument/2006/relationships" id="261" r:id="R0b70f85f0c7d46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6c96afbc554b6e" /><Relationship Type="http://schemas.openxmlformats.org/officeDocument/2006/relationships/slideMaster" Target="/ppt/slideMasters/slideMaster1.xml" Id="Rca202581058e48ab" /><Relationship Type="http://schemas.openxmlformats.org/officeDocument/2006/relationships/notesMaster" Target="/ppt/notesMasters/notesMaster1.xml" Id="R019d941ed0424cef" /><Relationship Type="http://schemas.openxmlformats.org/officeDocument/2006/relationships/presProps" Target="/ppt/presProps.xml" Id="R7798ff2367904480" /><Relationship Type="http://schemas.openxmlformats.org/officeDocument/2006/relationships/tableStyles" Target="/ppt/tableStyles.xml" Id="R22214a088a71493f" /><Relationship Type="http://schemas.openxmlformats.org/officeDocument/2006/relationships/slide" Target="/ppt/slides/slide1.xml" Id="R9e27569321984a64" /><Relationship Type="http://schemas.openxmlformats.org/officeDocument/2006/relationships/slide" Target="/ppt/slides/slide2.xml" Id="Ra9fd953f355d498b" /><Relationship Type="http://schemas.openxmlformats.org/officeDocument/2006/relationships/slide" Target="/ppt/slides/slide3.xml" Id="R276d53aeafe6425e" /><Relationship Type="http://schemas.openxmlformats.org/officeDocument/2006/relationships/slide" Target="/ppt/slides/slide4.xml" Id="R2f1b71832ff94905" /><Relationship Type="http://schemas.openxmlformats.org/officeDocument/2006/relationships/slide" Target="/ppt/slides/slide5.xml" Id="R60fbecaee4d14afc" /><Relationship Type="http://schemas.openxmlformats.org/officeDocument/2006/relationships/slide" Target="/ppt/slides/slide6.xml" Id="R0b70f85f0c7d46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e2e13e18094b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5c9684a98742ba" /><Relationship Type="http://schemas.openxmlformats.org/officeDocument/2006/relationships/notesMaster" Target="/ppt/notesMasters/notesMaster1.xml" Id="Rd6537096288748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fbd3fbf7494c3a" /><Relationship Type="http://schemas.openxmlformats.org/officeDocument/2006/relationships/notesMaster" Target="/ppt/notesMasters/notesMaster1.xml" Id="Rbcfffe97035c41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8da832de2e4d4b" /><Relationship Type="http://schemas.openxmlformats.org/officeDocument/2006/relationships/notesMaster" Target="/ppt/notesMasters/notesMaster1.xml" Id="R9055454b68cd49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0ede7d7dbf4b2b" /><Relationship Type="http://schemas.openxmlformats.org/officeDocument/2006/relationships/notesMaster" Target="/ppt/notesMasters/notesMaster1.xml" Id="R9c288fe659874c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27bd6d20ea4631" /><Relationship Type="http://schemas.openxmlformats.org/officeDocument/2006/relationships/notesMaster" Target="/ppt/notesMasters/notesMaster1.xml" Id="Rffc0cfdb919446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719eecebc14aa8" /><Relationship Type="http://schemas.openxmlformats.org/officeDocument/2006/relationships/notesMaster" Target="/ppt/notesMasters/notesMaster1.xml" Id="Rfa75a18ed1a34b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Measured synthetic fixture. Public evaluation report classifies the result as interaction_witness after three repetitions per snapshot.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Measured tenant-cache fixture. The combined snapshot observed Beta = 90 where the frozen probe expected 100, three times.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reports/tenant-cache-evaluation.public.json and reports/tenant-cache-repair.public.json. Final audit used independently authored strengthened frozen probe hash cbe0359d761a44e8c9387a67e1581a3c8738abb9d5e49b742a55881c2853854a.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Task 1: fad890dd4396030a3cdd86588dbbf59f, 0.953 Bobcoins; Bob wrote the original tenant-cache probe. Task 2: d09305949f41fdff62b67e8e966d6c74, 0.637 Bobcoins; Bob wrote the tenant-cache repair. Task 3: 4901e274fb4230386d1463da9b82ce4f, 0.552 Bobcoins; Bob wrote the priority-cursor probe and two feature checks. Independent report reports/priority-cursor-evaluation.public.json records Base, A and B pass 3/3 and combined fail 3/3. Screenshots: bob_sessions/01-tenant-cache-probe-summary.png, 02-tenant-cache-repair-summary.png and 03-priority-cursor-probe-summary.png. No repair is claimed for the priority-cursor fixture.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reports/tenant-cache-repair.public.json. Bob authored the nested-Map repair. Final verification used independently authored strengthened derivative probe and cache checks: ordinary tests exit 0, frozen probe pass, tenant-pricing check pass, cache proxy check pass.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demo: https://lawliet8886.github.io/MergeWitness/ . Code, Bob task evidence and public reports: https://github.com/lawliet8886/MergeWitness . A passing probe establishes only the tested behavior, not universal merge safety.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1d37026e24b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f7461d9b8a4eee" /><Relationship Type="http://schemas.openxmlformats.org/officeDocument/2006/relationships/slideLayout" Target="/ppt/slideLayouts/slideLayout1.xml" Id="R542745baea0443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2745baea0443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455b8188f4aad" /><Relationship Type="http://schemas.openxmlformats.org/officeDocument/2006/relationships/notesSlide" Target="/ppt/notesSlides/notesSlide1.xml" Id="R869aa9fb184d48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9895b09cd421b" /><Relationship Type="http://schemas.openxmlformats.org/officeDocument/2006/relationships/notesSlide" Target="/ppt/notesSlides/notesSlide2.xml" Id="Rc50ec2552b6940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be7a0189c45f1" /><Relationship Type="http://schemas.openxmlformats.org/officeDocument/2006/relationships/notesSlide" Target="/ppt/notesSlides/notesSlide3.xml" Id="Re599038c94c446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84a10d72c4d0c" /><Relationship Type="http://schemas.openxmlformats.org/officeDocument/2006/relationships/notesSlide" Target="/ppt/notesSlides/notesSlide4.xml" Id="Rfb6784846d5548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41db66fa44596" /><Relationship Type="http://schemas.openxmlformats.org/officeDocument/2006/relationships/notesSlide" Target="/ppt/notesSlides/notesSlide5.xml" Id="R169afb513a7e47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727cf5ee34e3a" /><Relationship Type="http://schemas.openxmlformats.org/officeDocument/2006/relationships/notesSlide" Target="/ppt/notesSlides/notesSlide6.xml" Id="R3858fa35d15e4d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6D725-8731-4389-BA24-4C7B089B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8C05B-B778-44AA-8357-2D3219BD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C89A6-9948-422B-A2D3-BD85D9E6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5286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A developer workflow for bugs that appear only when two green changes meet.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DD60E-5CAB-4AF7-B407-0A581BC7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IBM BOB 2.0 HACKATHON  |  SIGNAL FOUNDRY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E98A9-8B7F-475A-BCD7-985F06BC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5430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D9E4F-FD8E-4F79-ABBE-F4518329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241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23018-BB51-436A-83B1-9EE348EE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19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26824-54B7-4D61-B59D-BDBFD033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019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3006A2-B851-48C4-80ED-84454338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C684F8-1BA9-4268-AB97-0861AE91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143250"/>
            <a:ext cx="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CB47A6-01C6-40E3-87EE-8654D9A9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19500"/>
            <a:ext cx="241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A7BBD-93CE-4537-8E98-2B2E2A7D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653ED-1DEB-4F88-8E03-2DD79E5F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942975"/>
            <a:ext cx="1333500" cy="60007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AD3C5C-84AE-49C3-B829-E6D4E56D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16764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B8F56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TENANT</a:t>
            </a:r>
          </a:p>
          <a:p xmlns:a="http://schemas.openxmlformats.org/drawingml/2006/main">
            <a:pPr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PRICING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010AF-71FD-40A8-B203-D60393F4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0"/>
            <a:ext cx="16764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B8F56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PRODUCT</a:t>
            </a:r>
          </a:p>
          <a:p xmlns:a="http://schemas.openxmlformats.org/drawingml/2006/main">
            <a:pPr>
              <a:defRPr sz="135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CACHE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F0732-EF6A-4049-9F5F-47AAFF46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943350"/>
            <a:ext cx="19240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28575">
            <a:solidFill>
              <a:srgbClr val="FF6B7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COMBINED</a:t>
            </a:r>
          </a:p>
          <a:p xmlns:a="http://schemas.openxmlformats.org/drawingml/2006/main">
            <a:pPr>
              <a:defRPr sz="142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FAILURE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06DF9-A842-412E-B80D-8DC3B747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FC85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C85A"/>
                </a:solidFill>
                <a:latin typeface="Aptos"/>
                <a:ea typeface="Aptos"/>
                <a:cs typeface="Aptos"/>
              </a:rPr>
              <a:t>SYNTHETIC FIXTURE</a:t>
            </a:r>
          </a:p>
          <a:p xmlns:a="http://schemas.openxmlformats.org/drawingml/2006/main">
            <a:pPr>
              <a:defRPr sz="1125" b="0">
                <a:solidFill>
                  <a:srgbClr val="FFC85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C85A"/>
                </a:solidFill>
                <a:latin typeface="Aptos"/>
                <a:ea typeface="Aptos"/>
                <a:cs typeface="Aptos"/>
              </a:rPr>
              <a:t>Interaction witness verified</a:t>
            </a:r>
          </a:p>
        </p:txBody>
      </p:sp>
    </p:spTree>
    <p:extLst>
      <p:ext uri="{BB962C8B-B14F-4D97-AF65-F5344CB8AC3E}">
        <p14:creationId xmlns:p14="http://schemas.microsoft.com/office/powerpoint/2010/main" val="20401223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A92373-7BDB-49DC-B9AB-C2673EBF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19AF9-966D-4F0C-8282-99DEE84D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DD762-51B4-4ED7-8BD8-55D494C1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failure hides behind green tests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90CF3-8863-4520-94A8-6EB0EC37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Measured synthetic fixture. Original tests exit with code 0 in all four snapshots.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DE5D8-B1E1-4127-8F5B-EBF4E63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627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02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3B959-2974-45B4-B9FF-A6A1A7C9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C9DC"/>
                </a:solidFill>
                <a:latin typeface="Aptos"/>
                <a:ea typeface="Aptos"/>
                <a:cs typeface="Aptos"/>
              </a:rPr>
              <a:t>CHANGE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BCA16-64D3-43C3-90E5-9C841C24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32766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Tenant-specific prices</a:t>
            </a:r>
          </a:p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Alpha: $90   Beta: $100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92225-3869-4511-917A-ED3C7E4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C9DC"/>
                </a:solidFill>
                <a:latin typeface="Aptos"/>
                <a:ea typeface="Aptos"/>
                <a:cs typeface="Aptos"/>
              </a:rPr>
              <a:t>CHANGE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D822A-D83D-46D5-840F-DF7B8A4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29100"/>
            <a:ext cx="32766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92511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Cache by product</a:t>
            </a:r>
          </a:p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Repeated requests avoid source calls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3F834-DEDF-4F16-BBF0-BF562761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76500"/>
            <a:ext cx="6381750" cy="2571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C2543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412C9-0867-48EB-9777-8F88801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860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1   Alpha requests SKU-1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A1086-A3D8-4479-9B43-A133F1AE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86050"/>
            <a:ext cx="144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$90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C1111-ED86-40DE-9F1C-61BC0456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2   Cache stores SKU-1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7DC07-BAF5-48D0-92E9-344EAF5F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38500"/>
            <a:ext cx="144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$90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430EE-7347-4C02-A469-BB30D912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909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3   Beta requests SKU-1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D140E6-A406-4BEE-9D02-2DAD31EE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90950"/>
            <a:ext cx="144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$90  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B1098-0F2E-427D-AC0E-F0639B9A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386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Expected for Beta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6BE45-8132-4886-917E-2A2ADBE5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38650"/>
            <a:ext cx="144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$100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EC3E1C-99A2-47AB-87CD-E735A39D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05400"/>
            <a:ext cx="300990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432535"/>
          </a:solidFill>
          <a:ln xmlns:a="http://schemas.openxmlformats.org/drawingml/2006/main" w="19050">
            <a:solidFill>
              <a:srgbClr val="FF6B7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Cache key omits the tenant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47DA3-1FB2-45E1-ADBA-A38373EA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The ordinary suite can still pass because it checks each feature alone.</a:t>
            </a:r>
          </a:p>
        </p:txBody>
      </p:sp>
    </p:spTree>
    <p:extLst>
      <p:ext uri="{BB962C8B-B14F-4D97-AF65-F5344CB8AC3E}">
        <p14:creationId xmlns:p14="http://schemas.microsoft.com/office/powerpoint/2010/main" val="1455126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F72B84-7206-4497-8DC7-45429618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7155D-7C5D-49D8-B6AC-3652F27C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EB35F-71CD-419A-A2FE-A25B5FC2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One invariant across four snapshots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E249B-AD2C-4AE6-8B48-5831E9CF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Measured synthetic fixture. Three repetitions per snapshot; original tests exit with code 0 in all four.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92AD7-D9AB-4D2D-AA8E-064EF255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627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03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B23C9-5484-49E7-B8CC-7A78B942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106680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5385E"/>
          </a:solidFill>
          <a:ln xmlns:a="http://schemas.openxmlformats.org/drawingml/2006/main" w="19050">
            <a:solidFill>
              <a:srgbClr val="6CE5F5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Invariant: serving Alpha must not change Beta’s price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99616-3851-4990-B66E-0958B06E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22669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025E0-EFAC-405D-AAC3-44E10AA1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193F4-6BF0-4EE8-8398-818575C9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338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Tests: exit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7F868-7522-4938-A908-B7580F62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4A3D2-1A24-40AB-8BAD-34C5807C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339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Probe: 3×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0C9AB-FA9F-4FBA-91EE-E43DBAF4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29000"/>
            <a:ext cx="22669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Change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3BED3D-0FB3-42A1-8FB6-7099BB44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6B1CDE-394C-4F4D-89A0-0E692DD1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3338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Tests: exit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FCE284-A6C1-484F-88C5-610B1B85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762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E69D80-DC52-4038-A686-4CD46B9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7339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Probe: 3×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23538-0938-4E87-9CE2-4365C15A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429000"/>
            <a:ext cx="22669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Change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72AA4-4372-4489-BA82-A1B7926A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62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703172-D8BB-4CF8-B7E9-208D54C1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338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Tests: exit 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C2D4EF-432E-4F80-92C8-034A7B8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2443B7-9703-4D60-A57D-6BF79698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339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Probe: 3×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AEB94-B776-4FF2-8E75-3282598A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429000"/>
            <a:ext cx="22669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FF6B7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Combined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E705DF-59D3-4B2F-8FEF-768623DC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62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3BDBB6-1F44-432E-B7A0-6F7F1DC5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38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Tests: exit 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1D827E-42DB-4230-B8A2-F03D5A77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762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E30407-538D-426C-94E4-F10F643B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339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7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B7A"/>
                </a:solidFill>
                <a:latin typeface="Aptos"/>
                <a:ea typeface="Aptos"/>
                <a:cs typeface="Aptos"/>
              </a:rPr>
              <a:t>Probe: 3× FAIL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61991A-CCEA-483C-AC51-B5B4A7E0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Classification: interaction witness  |  Combined result: expected 100, observed 90</a:t>
            </a:r>
          </a:p>
        </p:txBody>
      </p:sp>
    </p:spTree>
    <p:extLst>
      <p:ext uri="{BB962C8B-B14F-4D97-AF65-F5344CB8AC3E}">
        <p14:creationId xmlns:p14="http://schemas.microsoft.com/office/powerpoint/2010/main" val="3982727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1CD9E-7BBC-40FC-B70F-E5BB32E0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ABA25C-16C5-4B84-A5F0-2F84551C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9E2F3-7536-4077-B8B3-D222B67B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Bob probes and repairs the interaction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5B332-FBF0-4728-B8C7-DEF52D96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Three recorded IBM Bob tasks across two synthetic fixtures.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FFAFA-CECF-4EAF-9112-4CC59C16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627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04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71D40-05C7-41A2-BFB3-5B4BA179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1B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33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77130-F311-40ED-AE72-F4B8C44C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Bob writes probe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8C1BA-0914-40EA-A1F9-15BAB34D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Alpha then Beta on one SKU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46CC6-CA91-4A46-B1B0-0978691F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171825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8D006-651B-4F50-8BB0-DDED0D22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765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1B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33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9963B-8F5E-4BDB-9D1A-19A4AEDE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338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Compare snapshots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042D7-58EB-4128-8C3B-8669E498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91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Four states reveal 100 vs 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DDA5E-6A9D-4795-803C-A0B40DBD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71825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75C377-C51F-4CF4-9E5D-7876A099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765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1B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33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D9281-D36C-489C-9EA6-DCE017EC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338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Bob writes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82BC03-B0A3-48C5-ABBD-000EE0B3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91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Cache by tenant and SKU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7335E2-11F3-4075-8CBB-57EDDC4C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71825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19384-3D18-4BD0-8F36-5388825C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765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1B3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33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99D5E8-BDDD-4492-A499-644029B6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33800"/>
            <a:ext cx="2143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Independent audit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542D69-743A-4467-9AB6-7CBC82C5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9100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Frozen probe and feature checks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754D37-210F-4622-9692-363069D8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81625"/>
            <a:ext cx="10668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5385E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3 Bob sessions recorded. Second scenario: priority/cursor probe, combined fails 3/3.</a:t>
            </a:r>
          </a:p>
        </p:txBody>
      </p:sp>
    </p:spTree>
    <p:extLst>
      <p:ext uri="{BB962C8B-B14F-4D97-AF65-F5344CB8AC3E}">
        <p14:creationId xmlns:p14="http://schemas.microsoft.com/office/powerpoint/2010/main" val="15813123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6804C1-B343-4639-BAD4-BE48FF45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0CA5C-79A2-461A-B8DB-AB1401CF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285E9-3BEB-40F9-B748-238CB40B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 repair must keep both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AE42E-A3C6-4130-8D4F-412F17D3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Measured synthetic fixture. Final audit passed at 17ed2d8c…d94e.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1BDF5-E1D3-49BE-AD5B-3E2A5B9A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627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05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E5EF2-A5CD-4EEE-87DA-01256707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4229100" cy="18669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432535"/>
          </a:solidFill>
          <a:ln xmlns:a="http://schemas.openxmlformats.org/drawingml/2006/main" w="19050">
            <a:solidFill>
              <a:srgbClr val="FF6B7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Before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cache[sku] =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Beta receives Alpha’s cached price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894EE4-FDB4-44E9-B71F-B61C9440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4229100" cy="18669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73C42"/>
          </a:solidFill>
          <a:ln xmlns:a="http://schemas.openxmlformats.org/drawingml/2006/main" w="19050">
            <a:solidFill>
              <a:srgbClr val="B8F56A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Bob-authored repair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Nested Map cache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Tenant and SKU remain distinct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36288-135E-40F3-954B-B1A47EFC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909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CE5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CC5A2-87F2-4BB7-BFAA-3D64FB1A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67050"/>
            <a:ext cx="7620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E5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1B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B33"/>
                </a:solidFill>
                <a:latin typeface="Aptos"/>
                <a:ea typeface="Aptos"/>
                <a:cs typeface="Aptos"/>
              </a:rPr>
              <a:t>BOB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EFEAB-7F77-42B5-823E-F7989167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314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015FB-ACF7-4D95-9637-6AE57C66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Frozen interaction probe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EF76E-FC09-4CA9-BFCC-BD961834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0403E-928B-4B42-B582-797D11A2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VERIFIED 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78358-A0D3-4462-BF21-31391C4B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33950"/>
            <a:ext cx="314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35765-ACDA-4C06-AFCD-98044E8A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Tenant prices remain distinct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29E896-5828-4D60-A505-215A97BD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62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02384A-6441-44CC-B702-287A4167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VERIFIED 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FC7DE-5A24-4B00-A86F-0A086715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33950"/>
            <a:ext cx="314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C1BBB-2629-470F-8872-77B52F79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435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Cache remains effective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8978D-7B46-45A4-BC91-5FF16EC5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562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F56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59C1FF-5A53-4FF5-9CEF-C930422C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VERIFIED PASS</a:t>
            </a:r>
          </a:p>
        </p:txBody>
      </p:sp>
    </p:spTree>
    <p:extLst>
      <p:ext uri="{BB962C8B-B14F-4D97-AF65-F5344CB8AC3E}">
        <p14:creationId xmlns:p14="http://schemas.microsoft.com/office/powerpoint/2010/main" val="5138687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01A8E-5FAB-48B6-96F1-261CD5DE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47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8D04C-5D84-42F3-A132-ABD0D2EA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8F5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F56A"/>
                </a:solidFill>
                <a:latin typeface="Aptos"/>
                <a:ea typeface="Aptos"/>
                <a:cs typeface="Aptos"/>
              </a:rPr>
              <a:t>MERGEWITNESS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709E8-2A62-4A96-B0A8-A93AC5C0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 reproducible release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5E193-78DD-486B-B5DB-10465293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MergeWitness reports what the executed interaction probe found.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D615F-1F7D-4563-AEA3-8C0EB8CE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6270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9C9D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C9DC"/>
                </a:solidFill>
                <a:latin typeface="Aptos"/>
                <a:ea typeface="Aptos"/>
                <a:cs typeface="Aptos"/>
              </a:rPr>
              <a:t>06 /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F9BEE-24B4-47B0-B65F-BD7289BA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295275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Run the 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Compare snapshots and inspect the 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CC582-0A9D-450A-9AB2-B523FE79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295275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Read the report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Check commits, probe hash and commands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B1889-A6CB-4D28-868F-12981ACD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B"/>
          </a:solidFill>
          <a:ln xmlns:a="http://schemas.openxmlformats.org/drawingml/2006/main" w="19050">
            <a:solidFill>
              <a:srgbClr val="315476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Review the repair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BFF"/>
                </a:solidFill>
                <a:latin typeface="Aptos"/>
                <a:ea typeface="Aptos"/>
                <a:cs typeface="Aptos"/>
              </a:rPr>
              <a:t>Repeat the probe and feature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15B54-57F0-4F69-81C3-A50877D1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861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2023B-A2E8-4085-A6F6-4DD845F9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861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154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0682CD-FBCF-46FF-A0F2-D19D5D60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06680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5385E"/>
          </a:solidFill>
          <a:ln xmlns:a="http://schemas.openxmlformats.org/drawingml/2006/main" w="19050">
            <a:solidFill>
              <a:srgbClr val="6CE5F5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8FB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8FBFF"/>
                </a:solidFill>
                <a:latin typeface="Aptos"/>
                <a:ea typeface="Aptos"/>
                <a:cs typeface="Aptos"/>
              </a:rPr>
              <a:t>A passing probe means this probe found no witness. It does not certify every merge as safe.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8D793E-D8D5-4142-8CCC-8F17470B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293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CE5F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CE5F5"/>
                </a:solidFill>
                <a:latin typeface="Aptos"/>
                <a:ea typeface="Aptos"/>
                <a:cs typeface="Aptos"/>
              </a:rPr>
              <a:t>Live demo: https://lawliet8886.github.io/MergeWitness/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5AFC5-703C-4518-B0FB-72C12FDE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579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CE5F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CE5F5"/>
                </a:solidFill>
                <a:latin typeface="Aptos"/>
                <a:ea typeface="Aptos"/>
                <a:cs typeface="Aptos"/>
              </a:rPr>
              <a:t>Code and evidence: https://github.com/lawliet8886/MergeWitness</a:t>
            </a:r>
          </a:p>
        </p:txBody>
      </p:sp>
    </p:spTree>
    <p:extLst>
      <p:ext uri="{BB962C8B-B14F-4D97-AF65-F5344CB8AC3E}">
        <p14:creationId xmlns:p14="http://schemas.microsoft.com/office/powerpoint/2010/main" val="10654384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2026-09-25T21:40:07.3710000Z</dcterms:created>
  <dcterms:modified xsi:type="dcterms:W3CDTF">2026-09-25T21:40:07.3710000Z</dcterms:modified>
</coreProperties>
</file>