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5d1ed129d466c" /><Relationship Type="http://schemas.openxmlformats.org/officeDocument/2006/relationships/extended-properties" Target="/docProps/app.xml" Id="R19e59b243aa04699" /><Relationship Type="http://schemas.openxmlformats.org/officeDocument/2006/relationships/officeDocument" Target="/ppt/presentation.xml" Id="R498db71f6da0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e4fae62fd43d1"/>
  </p:sldMasterIdLst>
  <p:notesMasterIdLst>
    <p:notesMasterId xmlns:r="http://schemas.openxmlformats.org/officeDocument/2006/relationships" r:id="Rc35a88cef24f475a"/>
  </p:notesMasterIdLst>
  <p:sldIdLst>
    <p:sldId xmlns:r="http://schemas.openxmlformats.org/officeDocument/2006/relationships" id="256" r:id="R206eac5f4c3a4e7a"/>
    <p:sldId xmlns:r="http://schemas.openxmlformats.org/officeDocument/2006/relationships" id="257" r:id="Rcf8460f3fe5c4792"/>
    <p:sldId xmlns:r="http://schemas.openxmlformats.org/officeDocument/2006/relationships" id="258" r:id="Rab0e5d9f82bb481f"/>
    <p:sldId xmlns:r="http://schemas.openxmlformats.org/officeDocument/2006/relationships" id="259" r:id="R842375a7c60f42a9"/>
    <p:sldId xmlns:r="http://schemas.openxmlformats.org/officeDocument/2006/relationships" id="260" r:id="R3fcdd7d2cfe641e8"/>
    <p:sldId xmlns:r="http://schemas.openxmlformats.org/officeDocument/2006/relationships" id="261" r:id="R4553ab1f861541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9895960b7c433a" /><Relationship Type="http://schemas.openxmlformats.org/officeDocument/2006/relationships/slideMaster" Target="/ppt/slideMasters/slideMaster1.xml" Id="R406e4fae62fd43d1" /><Relationship Type="http://schemas.openxmlformats.org/officeDocument/2006/relationships/notesMaster" Target="/ppt/notesMasters/notesMaster1.xml" Id="Rc35a88cef24f475a" /><Relationship Type="http://schemas.openxmlformats.org/officeDocument/2006/relationships/presProps" Target="/ppt/presProps.xml" Id="Rbb9d78be99784dc9" /><Relationship Type="http://schemas.openxmlformats.org/officeDocument/2006/relationships/tableStyles" Target="/ppt/tableStyles.xml" Id="Rc00ecc04be8f471e" /><Relationship Type="http://schemas.openxmlformats.org/officeDocument/2006/relationships/slide" Target="/ppt/slides/slide1.xml" Id="R206eac5f4c3a4e7a" /><Relationship Type="http://schemas.openxmlformats.org/officeDocument/2006/relationships/slide" Target="/ppt/slides/slide2.xml" Id="Rcf8460f3fe5c4792" /><Relationship Type="http://schemas.openxmlformats.org/officeDocument/2006/relationships/slide" Target="/ppt/slides/slide3.xml" Id="Rab0e5d9f82bb481f" /><Relationship Type="http://schemas.openxmlformats.org/officeDocument/2006/relationships/slide" Target="/ppt/slides/slide4.xml" Id="R842375a7c60f42a9" /><Relationship Type="http://schemas.openxmlformats.org/officeDocument/2006/relationships/slide" Target="/ppt/slides/slide5.xml" Id="R3fcdd7d2cfe641e8" /><Relationship Type="http://schemas.openxmlformats.org/officeDocument/2006/relationships/slide" Target="/ppt/slides/slide6.xml" Id="R4553ab1f861541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06fdde2016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5c04a7d30d424c" /><Relationship Type="http://schemas.openxmlformats.org/officeDocument/2006/relationships/notesMaster" Target="/ppt/notesMasters/notesMaster1.xml" Id="Rb60ab8d1295646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782edb5b04368" /><Relationship Type="http://schemas.openxmlformats.org/officeDocument/2006/relationships/notesMaster" Target="/ppt/notesMasters/notesMaster1.xml" Id="R22d20bbb825746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33ddd8dff04cb1" /><Relationship Type="http://schemas.openxmlformats.org/officeDocument/2006/relationships/notesMaster" Target="/ppt/notesMasters/notesMaster1.xml" Id="R5ec4ab1e27ae46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f23c8c44d4925" /><Relationship Type="http://schemas.openxmlformats.org/officeDocument/2006/relationships/notesMaster" Target="/ppt/notesMasters/notesMaster1.xml" Id="R9ed9a6dc699e43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c31f0014b4ec4" /><Relationship Type="http://schemas.openxmlformats.org/officeDocument/2006/relationships/notesMaster" Target="/ppt/notesMasters/notesMaster1.xml" Id="R63a931b7321945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a1b097dafb4153" /><Relationship Type="http://schemas.openxmlformats.org/officeDocument/2006/relationships/notesMaster" Target="/ppt/notesMasters/notesMaster1.xml" Id="Rffc8764a3349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synthetic fixture. Public evaluation report classifies the result as interaction_witness after three repetitions per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tenant-cache fixture. The combined snapshot observed Beta = 90 where the frozen probe expected 100, three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reports/tenant-cache-evaluation.public.json and reports/tenant-cache-repair.public.json. Final audit used independently authored strengthened frozen probe hash cbe0359d761a44e8c9387a67e1581a3c8738abb9d5e49b742a55881c2853854a.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1: fad890dd4396030a3cdd86588dbbf59f, 0.953 Bobcoins; Bob wrote the original tenant-cache probe. Task 2: d09305949f41fdff62b67e8e966d6c74, 0.637 Bobcoins; Bob wrote the tenant-cache repair. Task 3: 4901e274fb4230386d1463da9b82ce4f, 0.552 Bobcoins; Bob wrote the priority-cursor probe and two feature checks. Independent report reports/priority-cursor-evaluation.public.json records Base, A and B pass 3/3 and combined fail 3/3. Screenshots: bob_sessions/01-tenant-cache-probe-summary.png, 02-tenant-cache-repair-summary.png and 03-priority-cursor-probe-summary.png. No repair is claimed for the priority-cursor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reports/tenant-cache-repair.public.json. Bob authored the nested-Map repair. Final verification used independently authored strengthened derivative probe and cache checks: ordinary tests exit 0, frozen probe pass, tenant-pricing check pass, cache proxy check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synthetic tenant-cache fixture. Source: reports/tenant-cache-evaluation.public.json records the ordinary suite passing in all four snapshots and the combined witness expected 100, observed 90, in three repetitions. reports/tenant-cache-repair.public.json records the repaired candidate passing the frozen interaction probe, tenant-pricing check and cache proxy check. These results let a reviewer hold the demonstrated failing merge and inspect the verified candidate while preserving both features. Live demo: https://lawliet8886.github.io/MergeWitness/ . Code, Bob task evidence and public reports: https://github.com/lawliet8886/MergeWitness . A passing probe establishes only the tested behavior, not universal merge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0991c53e54f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a9c0cecc9743eb" /><Relationship Type="http://schemas.openxmlformats.org/officeDocument/2006/relationships/slideLayout" Target="/ppt/slideLayouts/slideLayout1.xml" Id="R5091cfec4ba0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1cfec4ba0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70c5158b54a88" /><Relationship Type="http://schemas.openxmlformats.org/officeDocument/2006/relationships/notesSlide" Target="/ppt/notesSlides/notesSlide1.xml" Id="R55d1177e6453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f9a24521d4f57" /><Relationship Type="http://schemas.openxmlformats.org/officeDocument/2006/relationships/notesSlide" Target="/ppt/notesSlides/notesSlide2.xml" Id="R2bda9320d47445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26176e774bdf" /><Relationship Type="http://schemas.openxmlformats.org/officeDocument/2006/relationships/notesSlide" Target="/ppt/notesSlides/notesSlide3.xml" Id="Rbd732afbdc0c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42604e5924f13" /><Relationship Type="http://schemas.openxmlformats.org/officeDocument/2006/relationships/notesSlide" Target="/ppt/notesSlides/notesSlide4.xml" Id="R00b5ded427e4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9bd37e3443f2" /><Relationship Type="http://schemas.openxmlformats.org/officeDocument/2006/relationships/notesSlide" Target="/ppt/notesSlides/notesSlide5.xml" Id="Rfa5933338c32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d3f6579654faa" /><Relationship Type="http://schemas.openxmlformats.org/officeDocument/2006/relationships/notesSlide" Target="/ppt/notesSlides/notesSlide6.xml" Id="R8ce0b24e886844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B77CC-49DA-4552-9318-545D3F8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7A4F9-3868-47B5-99BD-C6C14965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B2E4-7301-4007-8819-F96550E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286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A developer workflow for bugs that appear only when two green changes meet.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8EF14-A4C0-44F4-98B9-B11332F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IBM BOB 2.0 HACKATHON  |  SIGNAL FOUNDRY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0BC98-E2F9-46F2-A6E3-7E7C43BD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7683A-F433-4E86-9E54-89B1EBC8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A5004-8D77-41AB-A8C6-A3D04273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28A39-1605-4B25-BA09-1C2B49F9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193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361A8-5299-43B1-AF3E-7ABD01C5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2870-12D1-44D7-869F-9F0AEFBB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432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260BF-6627-408A-BB02-8669C8F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9EFC0-B449-4F91-AA85-603393E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B4941-F3F2-4856-8986-64FD8F16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42975"/>
            <a:ext cx="1333500" cy="6000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44971-8449-4823-9C17-411E63DF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6764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B8F56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</a:t>
            </a:r>
          </a:p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PRICING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22F6F-A46C-48EF-8DCF-571D022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0"/>
            <a:ext cx="16764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B8F56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PRODUCT</a:t>
            </a:r>
          </a:p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EA788-B482-40B0-B077-8B46C27D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43350"/>
            <a:ext cx="19240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28575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COMBINED</a:t>
            </a:r>
          </a:p>
          <a:p xmlns:a="http://schemas.openxmlformats.org/drawingml/2006/main">
            <a:pPr>
              <a:defRPr sz="14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E4E7A-0562-435B-8B2F-9DB5458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C85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C85A"/>
                </a:solidFill>
                <a:latin typeface="Aptos"/>
                <a:ea typeface="Aptos"/>
                <a:cs typeface="Aptos"/>
              </a:rPr>
              <a:t>SYNTHETIC FIXTURE</a:t>
            </a:r>
          </a:p>
          <a:p xmlns:a="http://schemas.openxmlformats.org/drawingml/2006/main">
            <a:pPr>
              <a:defRPr sz="1125" b="0">
                <a:solidFill>
                  <a:srgbClr val="FFC85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C85A"/>
                </a:solidFill>
                <a:latin typeface="Aptos"/>
                <a:ea typeface="Aptos"/>
                <a:cs typeface="Aptos"/>
              </a:rPr>
              <a:t>Interaction witness verified</a:t>
            </a:r>
          </a:p>
        </p:txBody>
      </p:sp>
    </p:spTree>
    <p:extLst>
      <p:ext uri="{BB962C8B-B14F-4D97-AF65-F5344CB8AC3E}">
        <p14:creationId xmlns:p14="http://schemas.microsoft.com/office/powerpoint/2010/main" val="311642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30DAC-889C-48C6-8479-FD3F7B3D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7CF60-2A78-4D52-B4FC-BDB10EE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C086C-CF8E-4924-AFB8-4EB0DF27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failure hides behind green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D5853-B1DC-4BE1-9CA7-2055D301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synthetic fixture. Original tests exit with code 0 in all four snapshots.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FB55C-B8A8-42B4-ACF8-049DE25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DC256-C000-43B8-83F8-6623412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9DC"/>
                </a:solidFill>
                <a:latin typeface="Aptos"/>
                <a:ea typeface="Aptos"/>
                <a:cs typeface="Aptos"/>
              </a:rPr>
              <a:t>CHANGE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B068B-6EB4-45E9-9EB3-79D6F30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2766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Tenant-specific prices</a:t>
            </a:r>
          </a:p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Alpha: $90   Beta: $100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D2419-A120-4529-831C-0B6B1CF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9DC"/>
                </a:solidFill>
                <a:latin typeface="Aptos"/>
                <a:ea typeface="Aptos"/>
                <a:cs typeface="Aptos"/>
              </a:rPr>
              <a:t>CHANGE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56FE2-8B1E-4939-92F9-CC5EBD84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32766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9251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 by product</a:t>
            </a:r>
          </a:p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Repeated requests avoid source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6D0BC-DC52-464E-B274-9010E09E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6381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543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39788-D8B3-4A88-92F3-AAB6144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1   Alpha requests SKU-1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5C6FE-5DF7-4EE8-8D76-60B09273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$90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459A4-8EE3-4E5A-91A1-25A03E6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2   Cache stores SKU-1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78F6F-36AA-4A2A-B5F7-9C65A574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$90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59BBA-6630-4453-BD6C-F926ADA8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3   Beta requests SKU-1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A082E-26F1-44D5-B7D2-2FCC9A6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$90  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18785-C12B-4C8E-829D-7830D1F0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Expected for Beta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DA8F4-5D10-406F-9FE8-5CF26FD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$100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3EF79-6F97-46B1-84A3-7B4A04CD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30099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432535"/>
          </a:solidFill>
          <a:ln xmlns:a="http://schemas.openxmlformats.org/drawingml/2006/main" w="19050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Cache key omits the tenant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C00D7-6793-4CC0-A1D2-69C0AE7F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ordinary suite can still pass because it checks each feature alone.</a:t>
            </a:r>
          </a:p>
        </p:txBody>
      </p:sp>
    </p:spTree>
    <p:extLst>
      <p:ext uri="{BB962C8B-B14F-4D97-AF65-F5344CB8AC3E}">
        <p14:creationId xmlns:p14="http://schemas.microsoft.com/office/powerpoint/2010/main" val="1102252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D744C-DB47-46A7-8D5F-8DF430D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75D94-966B-46DC-86EF-24A0B04D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493FC-9D0A-4B46-8727-63281B53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One invariant across four snapshots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E475C-C893-4F67-849C-172F8AA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synthetic fixture. Three repetitions per snapshot; original tests exit with code 0 in all four.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2BB0-B9C6-4C2B-845B-1B0B59A9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71C0C-B567-48F9-A90A-669889C1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385E"/>
          </a:solidFill>
          <a:ln xmlns:a="http://schemas.openxmlformats.org/drawingml/2006/main" w="19050">
            <a:solidFill>
              <a:srgbClr val="6CE5F5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Invariant: serving Alpha must not change Beta’s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17754-C50C-4659-85B3-1C81971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F22D1-E8E8-4D52-855B-A32B1CC5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08E0C-7034-4488-882D-F47F068F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C89D1-CC62-4368-9730-7EF13771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32ED4-12E6-4542-AB8A-4E2FC62A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Probe: 3×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71102-FF1C-422E-8CC3-8651681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Change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F9F95-7CF9-4D1A-92A4-BD4E0C2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E6FBC-B94C-45DA-A4C1-55BC702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F22AB-FB68-4327-A22C-49356DDE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6D7E0-00FD-4ECA-B481-3D971CD1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Probe: 3×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5B66B-6920-4C27-AED8-AC3E2CDA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Change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C9A72-CA0D-417B-9546-FB1B662C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7754C-00BE-4BFC-A01F-7812A3C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C56EE-4939-4568-BF8D-67671230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64D02-E852-4695-B54C-B801628E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Probe: 3×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A180D-8622-43DF-9329-80413B4E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0EE11-8B88-4853-820D-AB34A66E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2ECD6-8877-4FE7-B627-A917069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23154-3784-4DE3-8AAD-7B451633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F5EB7-B9D7-4E09-A040-56912764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Probe: 3× FAIL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9BCC7-5AA4-4088-9750-A280E008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Classification: interaction witness  |  Combined result: expected 100, observed 90</a:t>
            </a:r>
          </a:p>
        </p:txBody>
      </p:sp>
    </p:spTree>
    <p:extLst>
      <p:ext uri="{BB962C8B-B14F-4D97-AF65-F5344CB8AC3E}">
        <p14:creationId xmlns:p14="http://schemas.microsoft.com/office/powerpoint/2010/main" val="1945885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456FC-93FF-4501-808C-57920C0E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07FAB-5882-4BAD-9445-5172D789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AC8BC-FB75-4A0D-8615-6CD33EC5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Bob probes and repairs the interaction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486E7-D5E9-4397-B729-ACC58509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Three recorded IBM Bob tasks across two synthetic fixtures.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96F3C-68CD-4EBC-8F3E-6ACC0F3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127D9-8DF8-4BCC-BBA5-84D181D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890B0-4FB8-443A-ADF4-C9B1CDC7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Bob writes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B316E-21DF-4F9F-93CA-892110A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Alpha then Beta on one SKU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9055-0F04-4A2B-B795-E6F3E86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718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3B08C-6550-449F-9181-55465A6A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ACA9B-673A-42EC-B3E8-1AC6277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Compare snapshots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6255B-CF1F-47DE-9B97-77B57A2E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Four states reveal 100 vs 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30057-53C4-4C2A-B190-7C0D8132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718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46467-CA31-4A66-BAFF-38D9C21E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55DDF-6BE5-4C57-BFBA-04F9A72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Bob writes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36FB3-7966-49A4-B11C-04AC52E0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Cache by tenant and SKU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F8481-24A4-4815-9BF0-C1915911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718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78996-F490-4CEB-A534-D11000B5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6E81C-0DFD-45B5-9DE1-41095FF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Independent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FC062-9A42-406E-B7EA-5213541B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Frozen probe and feature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BC075-D372-45D8-B3EA-C1E3640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066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3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3 Bob sessions recorded. Second scenario: priority/cursor probe, combined fails 3/3.</a:t>
            </a:r>
          </a:p>
        </p:txBody>
      </p:sp>
    </p:spTree>
    <p:extLst>
      <p:ext uri="{BB962C8B-B14F-4D97-AF65-F5344CB8AC3E}">
        <p14:creationId xmlns:p14="http://schemas.microsoft.com/office/powerpoint/2010/main" val="1018350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5FD6D-4F34-45FF-9264-C1B0C27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33387-55AF-4FD2-AE6A-196F2AA6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5E4EF-2082-4C60-ACE0-8B64ABCE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 repair must keep both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C427C-8526-4500-82B4-395988B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synthetic fixture. Final audit passed at 17ed2d8c…d94e.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8CC00-31E1-4A5D-A771-AB2F9042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3CBC-FFD6-4495-8499-34CAA142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2291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432535"/>
          </a:solidFill>
          <a:ln xmlns:a="http://schemas.openxmlformats.org/drawingml/2006/main" w="19050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cache[sku] =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Beta receives Alpha’s cached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C130B-8318-44F1-860F-1837160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42291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3C42"/>
          </a:solidFill>
          <a:ln xmlns:a="http://schemas.openxmlformats.org/drawingml/2006/main" w="19050">
            <a:solidFill>
              <a:srgbClr val="B8F56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Bob-authored repair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Nested Map cache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 and SKU remain distinct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FA6F8-9735-4228-8AF3-3CC906D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E5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BC2DE-169E-49B5-A93A-684E1AA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7620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E5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BOB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8A2BF-4768-48F3-885B-5BCA169F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58A7C-B1D8-44D2-A3CF-C9EF17FF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Frozen interaction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02E3C-24C9-4A50-8043-1714441C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F6660-33A9-40F6-891A-07FF0A55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14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BCD9D-0811-4B7B-B368-36E9698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0DC2C-4930-49D1-AC9F-ADEB1BEE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43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 prices remain distinct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213F6-472C-452C-BB0F-17C5368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B69D7-88C6-4CB9-9A00-6253D2A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14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32522-09AE-48D1-A5B2-F3878275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339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44F5C-E4C0-4EDE-B6E1-77399750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 remains effective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D0252-6B2A-4A71-8601-CF1B260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6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72CF9-7E3A-4AB4-96C5-01130B82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14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PASS</a:t>
            </a:r>
          </a:p>
        </p:txBody>
      </p:sp>
    </p:spTree>
    <p:extLst>
      <p:ext uri="{BB962C8B-B14F-4D97-AF65-F5344CB8AC3E}">
        <p14:creationId xmlns:p14="http://schemas.microsoft.com/office/powerpoint/2010/main" val="232587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DD295-D6C5-4496-B7A2-0C07424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9A77B-D611-4239-B773-DE64C9A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A5E2D-8C5F-40F2-AC25-3E31CD9E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Evidence for the release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F76AB-B8D3-4FC1-9FAF-702DAD1C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tenant-cache fixture. A green suite missed a wrong customer price.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79579-0ACD-4C57-AA11-061B7EFD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41E73-7945-4468-821A-AB00E2B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EXISTING SUITE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5B4EB-6C28-49AE-B126-FB8F0B1A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 pass.</a:t>
            </a:r>
          </a:p>
          <a:p xmlns:a="http://schemas.openxmlformats.org/drawingml/2006/main">
            <a:pPr>
              <a:defRPr sz="20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Beta receives $90</a:t>
            </a:r>
          </a:p>
          <a:p xmlns:a="http://schemas.openxmlformats.org/drawingml/2006/main">
            <a:pPr>
              <a:defRPr sz="20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instead of $100.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8DC00-C650-48F7-A76B-699FF1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E5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CE5F5"/>
                </a:solidFill>
                <a:latin typeface="Aptos"/>
                <a:ea typeface="Aptos"/>
                <a:cs typeface="Aptos"/>
              </a:rPr>
              <a:t>INTERACTION WITNESS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C4473-6624-4233-A118-561EA39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same two requests reproduce the failure in the combined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18D51-8A3D-4B0E-85E3-06E69BF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C8A87-7867-4909-A274-AEE7C07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3009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 prices stay distinct.</a:t>
            </a:r>
          </a:p>
          <a:p xmlns:a="http://schemas.openxmlformats.org/drawingml/2006/main">
            <a:pPr>
              <a:defRPr sz="20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Repeated requests still use the cache.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A0F37-1BE4-455D-9C8E-C65A9894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Hold the failing merge. Review the repair with both features preserved.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86812-06C6-47FC-AB06-75970C47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These synthetic checks cover the executed scenarios. A passing probe cannot certify every merge as safe.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06D4A-8EF0-4686-8466-F619403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293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E5F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E5F5"/>
                </a:solidFill>
                <a:latin typeface="Aptos"/>
                <a:ea typeface="Aptos"/>
                <a:cs typeface="Aptos"/>
              </a:rPr>
              <a:t>Live demo: https://lawliet8886.github.io/MergeWitness/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D2E80-B8C9-42F9-8890-5C779C7D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579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E5F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E5F5"/>
                </a:solidFill>
                <a:latin typeface="Aptos"/>
                <a:ea typeface="Aptos"/>
                <a:cs typeface="Aptos"/>
              </a:rPr>
              <a:t>Code and evidence: https://github.com/lawliet8886/MergeWitness</a:t>
            </a:r>
          </a:p>
        </p:txBody>
      </p:sp>
    </p:spTree>
    <p:extLst>
      <p:ext uri="{BB962C8B-B14F-4D97-AF65-F5344CB8AC3E}">
        <p14:creationId xmlns:p14="http://schemas.microsoft.com/office/powerpoint/2010/main" val="1731430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2026-09-26T00:51:37.5000000Z</dcterms:created>
  <dcterms:modified xsi:type="dcterms:W3CDTF">2026-09-26T00:51:37.5000000Z</dcterms:modified>
</coreProperties>
</file>